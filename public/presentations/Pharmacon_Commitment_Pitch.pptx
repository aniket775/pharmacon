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2937"/>
                </a:solidFill>
              </a:defRPr>
            </a:pPr>
            <a:r>
              <a:t>Pharmacon</a:t>
            </a:r>
          </a:p>
          <a:p>
            <a:pPr algn="ctr">
              <a:defRPr sz="2400">
                <a:solidFill>
                  <a:srgbClr val="2E86DE"/>
                </a:solidFill>
              </a:defRPr>
            </a:pPr>
            <a:r>
              <a:t>Handwritten Prescription Digitisation &amp; Doctor-Adaptive Recognition</a:t>
            </a:r>
          </a:p>
          <a:p>
            <a:pPr algn="ctr">
              <a:defRPr sz="1800">
                <a:solidFill>
                  <a:srgbClr val="555F6E"/>
                </a:solidFill>
              </a:defRPr>
            </a:pPr>
            <a:r>
              <a:t>Revised Scope &amp;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Medical practitioners still write prescriptions by hand. Most of it is barely legible.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Get a medicine or a dose wrong, and the patient is the one who suffers.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So pharmacy staff end up typing the whole thing out again by hand.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That's slow, error-prone, and it never touches the pharmacy's actual stock.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And the patient has no single place to see what they're actually meant to take.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Changed From Our First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We started with a reminder app that spaces medicines out.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Your point was fair: printed OCR plus reminders is not a project.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So we moved the genuinely hard part to the front.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Read the practitioner's own handwriting, and read it reliably.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Then connect that reading to the pharmacy's stock and the patient's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Core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Every medical practitioner writes differently. A one-size-fits-all reader struggles.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So each one writes a short calibration sheet once.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The system learns that practitioner's handwriting.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After that, their prescriptions come out far more accurately.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And every time staff correct a mistake, it learns a little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How It Works (One Scan)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Staff take a single photo of the prescription.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The system pulls out the fields: medicine, dose, timing.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It shows the photo next to the fields, and flags anything it's unsure about.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Staff confirm once. No typing the whole thing out again.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Stock updates, and the patient sees it in their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We Are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Recognition engine: reads a practitioner's handwriting, adapted to that practitioner.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Clinic platform: scan queue, review, patient records, inventory.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Patient app: history, reminders, refills, caregiver alerts.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Safety rails: no diagnosis, no substitution, no clinical decisions.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Audit trail: every prediction, correction, and stock change is logged.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Hard Part (We Know 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One calibration sheet might not be enough.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So we test 1, 2, and 3 sheets and measure the actual difference.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 misread medicine is dangerous.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So anything uncertain always goes to a human for a check.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The real risk isn't code. It's getting real medical practitioners to sit down and write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How We Intend To Conquer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Start recruiting medical practitioners now.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Each one writes 3 calibration sheets on paper. That's our real training data.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 phone page makes it easy for them to sign up and gives us clean labels.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Train and test on paper scans from day one. That's the real world.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Measure generic vs. doctor-adapted accuracy on held-out samples.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Report the learning curve. We never assume one sheet is enough.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0: Recruit writers, build calibration, validate baseline.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1: Proof of concept. Adapted beats generic on held-out data.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2: Full field extraction + correction loop.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3: Inventory mapping + documented API.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4: Multi-tenant clinic platform.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5: Patient app.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Phase 6: Full evaluation + hardening.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We Need From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Approval to go ahead with this revised scope.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Confirmation that medical practitioners count as valid writers.</a:t>
            </a:r>
          </a:p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</a:defRPr>
            </a:pPr>
            <a:r>
              <a:t>Clarity on the minimum number of writers you expect.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